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125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NGO Operations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3FA68B"/>
                </a:solidFill>
                <a:latin typeface="Calibri"/>
              </a:rPr>
              <a:t>One unified platform for donors, donations, campaigns, volunteers, and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5760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2E2B26"/>
                </a:solidFill>
                <a:latin typeface="Calibri"/>
              </a:rPr>
              <a:t>Team Final Submission ·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4340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655C"/>
                </a:solidFill>
                <a:latin typeface="Calibri"/>
              </a:rPr>
              <a:t>Presentation Round · 16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Manual, fragmented NGO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Donor records, campaigns, donations, volunteers, and events live in separate spreadsheets, emails, and paper files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No single source of truth — reconciling donations and tracking campaign progress is slow and error-prone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Payments are collected manually and acknowledgements are forgotten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Staff can't see one clear view of fundraising and volunteer operations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Volunteers and donors have no self-service way to manage their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A unified, role-aware web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98480" cy="3291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Donor &amp; volunteer self-service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Staff workflows for registrations and verification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Live dashboards and reporting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200" b="0" i="0">
                <a:solidFill>
                  <a:srgbClr val="2E2B26"/>
                </a:solidFill>
                <a:latin typeface="Calibri"/>
              </a:rPr>
              <a:t>Online payments with an offline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720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7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7A63"/>
                </a:solidFill>
                <a:latin typeface="Calibri"/>
              </a:rPr>
              <a:t>DONATE WITH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29260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55C"/>
                </a:solidFill>
                <a:latin typeface="Calibri"/>
              </a:rPr>
              <a:t>Razorpay online payments, verified signatures, safe offline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5720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7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709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7A63"/>
                </a:solidFill>
                <a:latin typeface="Calibri"/>
              </a:rPr>
              <a:t>OPERATE WITH CLARITY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5120640"/>
            <a:ext cx="29260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55C"/>
                </a:solidFill>
                <a:latin typeface="Calibri"/>
              </a:rPr>
              <a:t>Every donor, campaign, and event tracked in one place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5720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7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709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7A63"/>
                </a:solidFill>
                <a:latin typeface="Calibri"/>
              </a:rPr>
              <a:t>ENGAGE WITH 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120640"/>
            <a:ext cx="29260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55C"/>
                </a:solidFill>
                <a:latin typeface="Calibri"/>
              </a:rPr>
              <a:t>Self-service portals for donors and volunteers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Modern, production-ready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20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E2B26"/>
                </a:solidFill>
                <a:latin typeface="Calibri"/>
              </a:rPr>
              <a:t>Backend · Django 5.2 (Python) with role-based Auth (Admin / Staff / Donor / Volunteer)</a:t>
            </a:r>
          </a:p>
          <a:p>
            <a:pPr algn="l">
              <a:spcAft>
                <a:spcPts val="1300"/>
              </a:spcAft>
            </a:pPr>
            <a:r>
              <a:rPr sz="20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E2B26"/>
                </a:solidFill>
                <a:latin typeface="Calibri"/>
              </a:rPr>
              <a:t>Frontend · React 18 + Vite · Chart.js analytics · responsive, mobile-friendly UI</a:t>
            </a:r>
          </a:p>
          <a:p>
            <a:pPr algn="l">
              <a:spcAft>
                <a:spcPts val="1300"/>
              </a:spcAft>
            </a:pPr>
            <a:r>
              <a:rPr sz="20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E2B26"/>
                </a:solidFill>
                <a:latin typeface="Calibri"/>
              </a:rPr>
              <a:t>Payments · Razorpay online checkout + signature-verified webhooks, with an offline / cash fallback</a:t>
            </a:r>
          </a:p>
          <a:p>
            <a:pPr algn="l">
              <a:spcAft>
                <a:spcPts val="1300"/>
              </a:spcAft>
            </a:pPr>
            <a:r>
              <a:rPr sz="20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E2B26"/>
                </a:solidFill>
                <a:latin typeface="Calibri"/>
              </a:rPr>
              <a:t>Database · Supabase (PostgreSQL) — managed, production databases with SSL</a:t>
            </a:r>
          </a:p>
          <a:p>
            <a:pPr algn="l">
              <a:spcAft>
                <a:spcPts val="1300"/>
              </a:spcAft>
            </a:pPr>
            <a:r>
              <a:rPr sz="20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000" b="0" i="0">
                <a:solidFill>
                  <a:srgbClr val="2E2B26"/>
                </a:solidFill>
                <a:latin typeface="Calibri"/>
              </a:rPr>
              <a:t>Dev experience · python-dotenv configuration · 29 end-to-end tests across the full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Feature — Donations &amp;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Raise funds online, track everything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Online payment through Razorpay with signature-verified reconciliation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Automatic offline / cash fallback when online payment is not configured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Campaign goals with live “raised” amount and progress percentage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Goal cap — the campaign stops accepting donations once the target is reached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Donation lifecycle tracked end-to-end: created → captured / failed / refunded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Monthly donation reports exported to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Feature — Donors &amp; Volunteers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Complete profiles with self-service and trust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Donor records with type (individual / organisation), tags, and giving history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Self-service profile editing for donors and volunteers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Volunteer profiles with registrations and background-check tracking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Background verification workflow — staff review and approve each volunteer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Donor timeline — every interaction and donation in one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Feature — Events &amp; Staff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Coordinated volunteering with the right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Event sign-up with capacity, confirmation, and waitlist handling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Staff accept registrations for upcoming events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Role-scoped dashboards — staff, donors, and volunteers each see what matters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Admin-only guardrails for sensitive operations like donor / volunteer edits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Central users panel for managing access and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Real change for real organisations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One source of truth — no more scattered spreadsheets or duplicated records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Faster, safer donation reconciliation with automatic verification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Increased fundraising — goal caps and live progress encourage momentum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Stronger volunteer trust through transparent background-check workflow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1B7A63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More time for mission — staff stop chasing data and act on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Our Demo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21792"/>
            <a:ext cx="1115568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FA68B"/>
                </a:solidFill>
                <a:latin typeface="Calibri"/>
              </a:rPr>
              <a:t>Built like a product, not a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Warm, human design system — a visual identity matched to the mission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Dark mode and fully responsive on desktop and mobile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No native browser pop-ups — polished in-app toasts, confirmations, and modals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29 end-to-end tests — the flows we show are the flows that are verified</a:t>
            </a:r>
          </a:p>
          <a:p>
            <a:pPr algn="l">
              <a:spcAft>
                <a:spcPts val="1300"/>
              </a:spcAft>
            </a:pPr>
            <a:r>
              <a:rPr sz="2100" b="1" i="0">
                <a:solidFill>
                  <a:srgbClr val="E8A33D"/>
                </a:solidFill>
                <a:latin typeface="Calibri"/>
              </a:rPr>
              <a:t>▪  </a:t>
            </a:r>
            <a:r>
              <a:rPr sz="2100" b="0" i="0">
                <a:solidFill>
                  <a:srgbClr val="2E2B26"/>
                </a:solidFill>
                <a:latin typeface="Calibri"/>
              </a:rPr>
              <a:t>Real payments wiring — works in Razorpay test mode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5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3FA68B"/>
                </a:solidFill>
                <a:latin typeface="Calibri"/>
              </a:rPr>
              <a:t>Questions welcome — happy to demo the live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5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